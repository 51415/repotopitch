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2332" autoAdjust="0"/>
  </p:normalViewPr>
  <p:slideViewPr>
    <p:cSldViewPr snapToGrid="0" snapToObjects="1">
      <p:cViewPr varScale="1">
        <p:scale>
          <a:sx n="66" d="100"/>
          <a:sy n="66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6" d="100"/>
          <a:sy n="76" d="100"/>
        </p:scale>
        <p:origin x="26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97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empty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RepoToPitch Synthesis Output</a:t>
            </a:r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F4799-086F-0ABE-081C-0D087BCB0861}"/>
              </a:ext>
            </a:extLst>
          </p:cNvPr>
          <p:cNvSpPr txBox="1"/>
          <p:nvPr/>
        </p:nvSpPr>
        <p:spPr>
          <a:xfrm>
            <a:off x="457200" y="1686757"/>
            <a:ext cx="8358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empty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</Words>
  <Application>Microsoft Office PowerPoint</Application>
  <PresentationFormat>On-screen Show (16:9)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Anuraag Jain</cp:lastModifiedBy>
  <cp:revision>4</cp:revision>
  <dcterms:created xsi:type="dcterms:W3CDTF">2026-05-15T11:48:57Z</dcterms:created>
  <dcterms:modified xsi:type="dcterms:W3CDTF">2026-05-15T11:55:29Z</dcterms:modified>
</cp:coreProperties>
</file>